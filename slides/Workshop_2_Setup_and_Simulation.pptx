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to Workshop 1: “We’re now doing the GAME protocol.”
Today is mainly A — Algorithms: define the variables + update rules and get a working simulation.
By the end you’ll have: (1) your own working repo, (2) a simulation you understand, (3) a CSV dataset generated by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GAME: “This is A → M in action.”
Today we do the first half: simulate → check behaviour → save data.
Prompt: “As we go, you’ll fill A1–A5 in the GAME worksheet for this demo model.”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decision task where learning is visible.
You can frame it as “choosing between two study strategies” or “two adverts”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“Prediction error” = surprise: reward higher than expected or lower than expected.
This is the algorithmic heart we’re specifying in A —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linger: the only two knobs to remember.
α (alpha): how fast you learn from errors.
β (beta): how strongly you exploit the best option.
Cue worksheet: “Write this into A2/A3 (update rule + choice rule).”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concrete behavioural predictions:
• High α can overreact to streaks of luck.
• High β can lock in early and stop exploring.
Cue worksheet: “Record your planned parameter ranges in G6/A4.”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(2–3 mins)
Show the GitHub repo in the browser.
Make the linkage explicit: “This folder layout is the Workshop 1 GAME repo template.”
Cue worksheet: “This is A5 (Reproducible workflow) — where things live + how they run.”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(5–7 mins)
Click “Open in Colab” (or copy the notebook URL into Colab).
Run the install/import cell if you have one.
Show: Runtime → Run all (and where output appears).
Reinforce: “This is your reproducibility baseline for the GAME protocol.”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(8–10 mins)
Run the notebook with default parameters.
Narrate the plots:
“Values start equal, then the better arm climbs.”
“Choice probability drifts toward the better arm.”
“Cumulative reward curve steepens.”
Cue worksheet: “Screenshot or save the key plot(s) as your A→M evidence.”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(8–10 mins)
Ask for a quick show of hands: “Which one learns fastest?”
Change α to 0.05, run key cells (or run all).
Change α to 0.8, run again.
Point out overreaction vs sluggish learning.
Cue worksheet: “Note the behavioural signature in M5 (model checks/plots).”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(8–10 mins)
Run β low: show noisy choices, slower convergence.
Run β high: show early lock-in; highlight risk of being “wrong early”.
Tie it back to explore–exploit.
Cue worksheet: “Write a one-line interpretation of β for G/A.”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(5–7 mins)
Show the cell that writes data/dummy_bandit.csv.
Open the CSV preview (in Colab file browser or print head()).
Explain: this is exactly what real behavioural datasets look like, just smaller.
Tie to GAME: “This is the start of M — Measurements: defining what data we fit.”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“why”: fitting turns modelling into inference.
Workshop 3 is M + E: fitting, comparison, then deciding what to change next.
Remind them to bring the repo link / notebook open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 — Setup + simulation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focus: A (Algorithms) + start M (Measurements)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Computational Psychology Lab 2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error learning: simulate a simple agent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run the notebook + generate dummy data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doing (the lab loop)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tiny model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 behaviour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 plots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data (for fitting next workshop)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2-armed bandit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options (A, B)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choice gives reward (0/1) with some probability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learn which option is better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words (prediction error)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an expectation for each option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what happened vs what was expected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the mismatch (error) to update expectations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three lines (minimal maths)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error:  δ = r − V(chosen)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 V ← V + α·δ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Choice:  softmax(β·V)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α and β do (intuition)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 ↑ = faster updating, more reactive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 ↓ = slower updating, more stable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 ↑ = more exploitation (stick with best)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 ↓ = more exploration (more randomness)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overview (what you’ll see today)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 structure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/notebooks/01_simulate_prediction_error.ipynb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/data/ (dummy CSV exported here)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notebook, one run, three plots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Colab (the one-click workflow)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Notebook 01 in Colab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top-to-bottom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α, β and re-run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run: baseline simulation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default settings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Look for: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value estimates separating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choice probability shifting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cumulative reward rising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Mini-experiment: change α (class prediction)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first: what happens if α is…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very small (0.05)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very large (0.8)?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Mini-experiment: change β (class prediction)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first: what happens if β is…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low (0.5)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high (6)?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dummy data (for fitting next time)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a CSV: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trial, choice, reward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(optional) true parameters used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becomes our “participant dataset”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what happens in Workshop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Next: pretend we don’t know α, β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them from the data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to a baseline model (random / biased coin)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2 — Setup + Simulation (Prediction Error Learning)</dc:title>
  <dc:subject>Computational Psychology Lab — Workshop 2</dc:subject>
  <dc:creator>Computational Psychology Lab</dc:creator>
  <cp:lastModifiedBy>Computational Psychology Lab</cp:lastModifiedBy>
  <cp:revision>1</cp:revision>
  <dcterms:created xsi:type="dcterms:W3CDTF">2026-01-10T19:35:58Z</dcterms:created>
  <dcterms:modified xsi:type="dcterms:W3CDTF">2026-01-10T19:35:58Z</dcterms:modified>
</cp:coreProperties>
</file>
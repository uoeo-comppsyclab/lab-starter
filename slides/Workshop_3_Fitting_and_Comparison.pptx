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Workshop 1: “This is the Measurements and Evolution part of GAME.”
Today’s scientific question: does the learning model explain the choices better than a simpler alternative?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Re-state the loop: model → fit → compare → interpret → iterate.
Cue worksheet: “You’ll fill M1–M5, then make an E1 decision.”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we are not “proving the model true”.
We are finding parameters that make the model least surprised by the data.
This is measurement discipline: M —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10-second intuition: if the model says your choice was very unlikely repeatedly, log-likelihood gets very bad.
Cue worksheet: “Write your chosen fit metric in M4.”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(2–3 mins)
Show repo again and point at:
/notebooks/02_fit_and_compare.ipynb
data/dummy_bandit.csv
Tie to Workshop 1 structure: “Same repo conventions.”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(5–7 mins)
Open Colab, run initial cells.
Show head() and basic descriptive counts.
“We always sanity-check the data before fitting.”
Cue worksheet: “Record data columns + exclusions (if any) in M1–M2.”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intentionally brute-force so it’s transparent.
Later they can learn optimisation methods, but grid search is perfect for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(8–12 mins)
Run the fitting cell(s).
Show the best-fit values.
If you have a surface/heatmap: point out where likelihood peaks.
Interpret α and β in behavioural terms.
Cue worksheet: “Put fitted params + one interpretation line in M4/M5.”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introduce the scientific attitude: simpler explanations get a fair shot.
This is the basic model-selection mindset from Workshop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biased coin if you want one fitted parameter but still simple.
Random is even simpler and often enough for a demo.
Cue worksheet: “Write your baseline rationale in M3.”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light:
k = number of free parameters
logL = log-likelihood at the best fit
Cue worksheet: “Record comparison metric in M4.”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(6–10 mins)
Run the comparison cell that prints the table.
Circle the winner.
If baseline wins: celebrate it as a good lesson (data can be uninformative or noisy).
Cue worksheet: “This triggers E — Evolution: what do we change next?”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appropriate claims and humility.
Mention external validity: different tasks, different people,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(5–8 mins)
Quick live tweak (e.g., generate a “noisy participant” dataset) if your notebook supports it.
Or discuss: what kinds of behaviour are indistinguishable from non-learning.
Cue worksheet: “Write your next-step decision rule in E1.”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“dissertation hook”: they can swap in a real dataset later with the same workflow.
Instructor checklist (for smooth demos):
• Repo public and accessible
• “Open in Colab” links in the README
• Notebook 01 runs quickly
• Notebook 02 grid search kept coarse enough to run quickly (e.g., α: 0→1 step .05; β: 0→10 step .5)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— Fitting +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focus: M (Measurements) + E (Evolution)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Computational Psychology Lab 3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α and β from data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learning model vs baseline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in the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Workshop 2: simulate + export dummy data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Workshop 3: fit + compare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Later (optional): extend model / test on real datasets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“fit” mean?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parameters that make the model most consistent with observed choices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measure consistency using likelihood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in plain English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trial: model assigns a probability to the choice made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Likelihood: multiply those probabilities across trials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Log-likelihood: add logs (easier to compute)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data/dummy_bandit.csv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the model’s log-likelihood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α, β (grid search)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best fit + plots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Colab and run baseline cells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Notebook 02 in Colab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setup + load data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check: first rows, choice counts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(no calculus needed)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lots of α and β values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log-likelihood for each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the best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run: fit α and 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to look for: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best-fit α, β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likelihood surface (optional heatmap)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predicted vs observed choice trend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 models?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flexible model can “fit anything”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need a simpler alternative (baseline)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Ask: does learning buy explanatory power?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(pick one)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A: Random choice (P=0.5)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B: Biased coin (fit p)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a non-learning explanation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(one sentence)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AIC balances fit and complexity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AIC = better trade-off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= 2k − 2logL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run: compare PE model vs baseline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| k | logLik | AIC | Winner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what you can claim (and what you can’t)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 say: “learning model explains choices better here”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can’t say: “this proves the brain uses this exact algorithm”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Mini-exercise: make the baseline win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one thing and predict the outcome: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reduce β a lot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add more noise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shorten trials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the learning advantage shrink?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0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what you now have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full minimal pipeline: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simulate → export → fit → compare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steps: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apply to a real online dataset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extend the model (drift, forgetting, perseveration)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Psychology Lab • GAME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3 — Fitting + Model Comparison (Log-likelihood + AIC)</dc:title>
  <dc:subject>Computational Psychology Lab — Workshop 3</dc:subject>
  <dc:creator>Computational Psychology Lab</dc:creator>
  <cp:lastModifiedBy>Computational Psychology Lab</cp:lastModifiedBy>
  <cp:revision>1</cp:revision>
  <dcterms:created xsi:type="dcterms:W3CDTF">2026-01-10T19:35:58Z</dcterms:created>
  <dcterms:modified xsi:type="dcterms:W3CDTF">2026-01-10T19:35:58Z</dcterms:modified>
</cp:coreProperties>
</file>